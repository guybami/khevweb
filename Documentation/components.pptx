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946" y="-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3153A-BF27-4D34-91D5-172E38D4FD14}" type="datetimeFigureOut">
              <a:rPr lang="de-DE" smtClean="0"/>
              <a:t>18.10.2016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A330B-B34C-4658-8832-E143AF7CE4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7820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3153A-BF27-4D34-91D5-172E38D4FD14}" type="datetimeFigureOut">
              <a:rPr lang="de-DE" smtClean="0"/>
              <a:t>18.10.2016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A330B-B34C-4658-8832-E143AF7CE4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8878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3153A-BF27-4D34-91D5-172E38D4FD14}" type="datetimeFigureOut">
              <a:rPr lang="de-DE" smtClean="0"/>
              <a:t>18.10.2016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A330B-B34C-4658-8832-E143AF7CE4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2697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3153A-BF27-4D34-91D5-172E38D4FD14}" type="datetimeFigureOut">
              <a:rPr lang="de-DE" smtClean="0"/>
              <a:t>18.10.2016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A330B-B34C-4658-8832-E143AF7CE4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4773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3153A-BF27-4D34-91D5-172E38D4FD14}" type="datetimeFigureOut">
              <a:rPr lang="de-DE" smtClean="0"/>
              <a:t>18.10.2016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A330B-B34C-4658-8832-E143AF7CE4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8378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3153A-BF27-4D34-91D5-172E38D4FD14}" type="datetimeFigureOut">
              <a:rPr lang="de-DE" smtClean="0"/>
              <a:t>18.10.2016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A330B-B34C-4658-8832-E143AF7CE4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8618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3153A-BF27-4D34-91D5-172E38D4FD14}" type="datetimeFigureOut">
              <a:rPr lang="de-DE" smtClean="0"/>
              <a:t>18.10.2016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A330B-B34C-4658-8832-E143AF7CE4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2354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3153A-BF27-4D34-91D5-172E38D4FD14}" type="datetimeFigureOut">
              <a:rPr lang="de-DE" smtClean="0"/>
              <a:t>18.10.2016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A330B-B34C-4658-8832-E143AF7CE4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322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3153A-BF27-4D34-91D5-172E38D4FD14}" type="datetimeFigureOut">
              <a:rPr lang="de-DE" smtClean="0"/>
              <a:t>18.10.2016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A330B-B34C-4658-8832-E143AF7CE4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6898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3153A-BF27-4D34-91D5-172E38D4FD14}" type="datetimeFigureOut">
              <a:rPr lang="de-DE" smtClean="0"/>
              <a:t>18.10.2016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A330B-B34C-4658-8832-E143AF7CE4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28783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3153A-BF27-4D34-91D5-172E38D4FD14}" type="datetimeFigureOut">
              <a:rPr lang="de-DE" smtClean="0"/>
              <a:t>18.10.2016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A330B-B34C-4658-8832-E143AF7CE4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4786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33153A-BF27-4D34-91D5-172E38D4FD14}" type="datetimeFigureOut">
              <a:rPr lang="de-DE" smtClean="0"/>
              <a:t>18.10.2016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0A330B-B34C-4658-8832-E143AF7CE4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1078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grpSp>
        <p:nvGrpSpPr>
          <p:cNvPr id="11" name="Gruppieren 10"/>
          <p:cNvGrpSpPr/>
          <p:nvPr/>
        </p:nvGrpSpPr>
        <p:grpSpPr>
          <a:xfrm>
            <a:off x="611560" y="760225"/>
            <a:ext cx="3456384" cy="430227"/>
            <a:chOff x="611560" y="759400"/>
            <a:chExt cx="3888432" cy="509360"/>
          </a:xfrm>
        </p:grpSpPr>
        <p:sp>
          <p:nvSpPr>
            <p:cNvPr id="4" name="Rechteck 3"/>
            <p:cNvSpPr/>
            <p:nvPr/>
          </p:nvSpPr>
          <p:spPr>
            <a:xfrm>
              <a:off x="611560" y="764704"/>
              <a:ext cx="1332148" cy="504056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Enregistres</a:t>
              </a:r>
              <a:endParaRPr lang="de-DE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9" name="Rechteck 8"/>
            <p:cNvSpPr/>
            <p:nvPr/>
          </p:nvSpPr>
          <p:spPr>
            <a:xfrm>
              <a:off x="1943708" y="764704"/>
              <a:ext cx="1692188" cy="504056"/>
            </a:xfrm>
            <a:prstGeom prst="rect">
              <a:avLst/>
            </a:prstGeom>
          </p:spPr>
          <p:style>
            <a:lnRef idx="1">
              <a:schemeClr val="dk1"/>
            </a:lnRef>
            <a:fillRef idx="1001">
              <a:schemeClr val="lt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Non enregistres</a:t>
              </a:r>
              <a:endParaRPr lang="de-DE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0" name="Rechteck 9"/>
            <p:cNvSpPr/>
            <p:nvPr/>
          </p:nvSpPr>
          <p:spPr>
            <a:xfrm>
              <a:off x="3635896" y="759400"/>
              <a:ext cx="864096" cy="504055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Tous</a:t>
              </a:r>
              <a:endParaRPr lang="de-DE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8" name="Gruppieren 7"/>
          <p:cNvGrpSpPr/>
          <p:nvPr/>
        </p:nvGrpSpPr>
        <p:grpSpPr>
          <a:xfrm>
            <a:off x="1183448" y="1347072"/>
            <a:ext cx="2308432" cy="427065"/>
            <a:chOff x="1083484" y="764704"/>
            <a:chExt cx="2524549" cy="505615"/>
          </a:xfrm>
        </p:grpSpPr>
        <p:sp>
          <p:nvSpPr>
            <p:cNvPr id="12" name="Rechteck 11"/>
            <p:cNvSpPr/>
            <p:nvPr/>
          </p:nvSpPr>
          <p:spPr>
            <a:xfrm>
              <a:off x="1083484" y="764704"/>
              <a:ext cx="860224" cy="504056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2014</a:t>
              </a:r>
              <a:endParaRPr lang="de-DE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3" name="Rechteck 12"/>
            <p:cNvSpPr/>
            <p:nvPr/>
          </p:nvSpPr>
          <p:spPr>
            <a:xfrm>
              <a:off x="2812360" y="766264"/>
              <a:ext cx="795673" cy="504055"/>
            </a:xfrm>
            <a:prstGeom prst="rect">
              <a:avLst/>
            </a:prstGeom>
          </p:spPr>
          <p:style>
            <a:lnRef idx="1">
              <a:schemeClr val="dk1"/>
            </a:lnRef>
            <a:fillRef idx="1001">
              <a:schemeClr val="lt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2016</a:t>
              </a:r>
              <a:endParaRPr lang="de-DE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4" name="Rechteck 13"/>
            <p:cNvSpPr/>
            <p:nvPr/>
          </p:nvSpPr>
          <p:spPr>
            <a:xfrm>
              <a:off x="1946277" y="766264"/>
              <a:ext cx="864096" cy="504055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2015</a:t>
              </a:r>
              <a:endParaRPr lang="de-DE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11136273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Microsoft Office PowerPoint</Application>
  <PresentationFormat>Bildschirmpräsentation (4:3)</PresentationFormat>
  <Paragraphs>6</Paragraphs>
  <Slides>1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2" baseType="lpstr">
      <vt:lpstr>Larissa</vt:lpstr>
      <vt:lpstr>PowerPoint-Präsentation</vt:lpstr>
    </vt:vector>
  </TitlesOfParts>
  <Company>xevIT net works GmbH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Guy Bami</dc:creator>
  <cp:lastModifiedBy>Guy Bami</cp:lastModifiedBy>
  <cp:revision>6</cp:revision>
  <dcterms:created xsi:type="dcterms:W3CDTF">2016-10-16T08:54:33Z</dcterms:created>
  <dcterms:modified xsi:type="dcterms:W3CDTF">2016-10-18T13:08:46Z</dcterms:modified>
</cp:coreProperties>
</file>